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7271d6059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7271d605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7271d6059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7271d6059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7271d6059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7271d6059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7271d6059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7271d6059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7271d6059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7271d605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271d6059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7271d6059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271d6059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271d6059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ca3fa5e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ca3fa5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a3fa5e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ca3fa5e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271d6059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7271d6059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a3fa5ed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a3fa5ed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ca3fa5ed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ca3fa5ed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7271d6059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7271d6059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ca3fa5ed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ca3fa5ed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ca3fa5ed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ca3fa5ed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7271d6059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7271d6059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ca3fa5ed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ca3fa5ed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7271d6059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7271d6059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ca3fa5e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ca3fa5e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7271d6059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7271d6059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olid-monitor-dashboard.vercel.app/" TargetMode="External"/><Relationship Id="rId4" Type="http://schemas.openxmlformats.org/officeDocument/2006/relationships/hyperlink" Target="https://solid-monitoring-addon-project-production.up.railway.app/" TargetMode="External"/><Relationship Id="rId5" Type="http://schemas.openxmlformats.org/officeDocument/2006/relationships/hyperlink" Target="https://drive.google.com/file/d/1N6Ymgko6Dy-etdooF-zHYBWpGdJsqqJ9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JRz6h6Gm5MuAc14N3oGnMHahCV8qjRw4/view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WUI4blvpx2vfXl3ud3dvxgzFHV6ZIRhb/view?usp=drive_link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tudent-app-5afw.vercel.app/sign-in" TargetMode="External"/><Relationship Id="rId4" Type="http://schemas.openxmlformats.org/officeDocument/2006/relationships/hyperlink" Target="https://solid-monitoring-addon-project-production.up.railway.app/" TargetMode="External"/><Relationship Id="rId5" Type="http://schemas.openxmlformats.org/officeDocument/2006/relationships/hyperlink" Target="https://drive.google.com/file/d/1n5SeWZjFZ4aGHSdEi7R8p6_WDnf6NqOO/view?usp=drive_link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horturl.at/XqYJV" TargetMode="External"/><Relationship Id="rId4" Type="http://schemas.openxmlformats.org/officeDocument/2006/relationships/hyperlink" Target="https://shorturl.at/fRg7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16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3800"/>
              <a:t>Software </a:t>
            </a:r>
            <a:r>
              <a:rPr lang="id" sz="3800"/>
              <a:t>Evaluation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3800"/>
              <a:t>(</a:t>
            </a:r>
            <a:r>
              <a:rPr lang="id" sz="3800"/>
              <a:t>Solid Apps Monitoring) </a:t>
            </a:r>
            <a:endParaRPr sz="3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8925" y="3015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4042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Introduction : What is Solid Pods?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91200" y="1294975"/>
            <a:ext cx="43119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500">
                <a:solidFill>
                  <a:schemeClr val="dk1"/>
                </a:solidFill>
              </a:rPr>
              <a:t>Solid Pod (Personal Online Data Store)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A Solid Pod is a personal data storage space owned and controlled by the user.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Developed as part of the </a:t>
            </a:r>
            <a:r>
              <a:rPr b="1" lang="id" sz="1300">
                <a:solidFill>
                  <a:schemeClr val="dk1"/>
                </a:solidFill>
              </a:rPr>
              <a:t>Solid (Social Linked Data)</a:t>
            </a:r>
            <a:r>
              <a:rPr lang="id" sz="1300">
                <a:solidFill>
                  <a:schemeClr val="dk1"/>
                </a:solidFill>
              </a:rPr>
              <a:t> ecosystem.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Separates user data from the applications that consume it.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Enables users to store, manage, and share their data independently.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Applications can only access data with user authorization.</a:t>
            </a:r>
            <a:endParaRPr sz="1600"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5240100" y="1152475"/>
            <a:ext cx="35922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/>
              <a:t> </a:t>
            </a:r>
            <a:endParaRPr/>
          </a:p>
        </p:txBody>
      </p:sp>
      <p:pic>
        <p:nvPicPr>
          <p:cNvPr id="63" name="Google Shape;63;p14" title="Screenshot 2026-06-02 at 10.19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300" y="1471175"/>
            <a:ext cx="4571998" cy="22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800" y="2285400"/>
            <a:ext cx="629851" cy="6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Key Characteristics of Solid Pod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d" sz="1600"/>
              <a:t> </a:t>
            </a:r>
            <a:endParaRPr sz="1600"/>
          </a:p>
        </p:txBody>
      </p:sp>
      <p:sp>
        <p:nvSpPr>
          <p:cNvPr id="71" name="Google Shape;71;p15"/>
          <p:cNvSpPr/>
          <p:nvPr/>
        </p:nvSpPr>
        <p:spPr>
          <a:xfrm>
            <a:off x="4224850" y="1392175"/>
            <a:ext cx="75000" cy="327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 rot="-5400000">
            <a:off x="4590375" y="-1478575"/>
            <a:ext cx="87000" cy="841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395050" y="1392175"/>
            <a:ext cx="38298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2"/>
                </a:solidFill>
              </a:rPr>
              <a:t>User Data Ownership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Users maintain full ownership and control of their personal data.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Data access is granted only with user authorization.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1700" y="2999625"/>
            <a:ext cx="38298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2"/>
                </a:solidFill>
              </a:rPr>
              <a:t>Access Control &amp; Privacy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Fine-grained permissions can be defined by users.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Supports secure and privacy-preserving data sharing.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453650" y="3080775"/>
            <a:ext cx="37128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2"/>
                </a:solidFill>
              </a:rPr>
              <a:t>Interoperability &amp; Portability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Data can be shared across multiple Solid-compatible applications.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Users can switch applications without losing their data.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572000" y="1338750"/>
            <a:ext cx="37128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2"/>
                </a:solidFill>
              </a:rPr>
              <a:t>Decentralization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Data is stored independently from application providers.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d">
                <a:solidFill>
                  <a:schemeClr val="dk2"/>
                </a:solidFill>
              </a:rPr>
              <a:t>Eliminates dependence on a single centralized platform.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24042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Existing Applications Built on Solid Pods</a:t>
            </a:r>
            <a:endParaRPr/>
          </a:p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5240100" y="1152475"/>
            <a:ext cx="35922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/>
              <a:t> </a:t>
            </a:r>
            <a:endParaRPr/>
          </a:p>
        </p:txBody>
      </p:sp>
      <p:pic>
        <p:nvPicPr>
          <p:cNvPr id="83" name="Google Shape;83;p16" title="Screenshot 2026-06-02 at 10.35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425" y="1713227"/>
            <a:ext cx="4664177" cy="238082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40425" y="1319775"/>
            <a:ext cx="3592200" cy="28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300">
                <a:solidFill>
                  <a:schemeClr val="dk1"/>
                </a:solidFill>
              </a:rPr>
              <a:t>Solid has been adopted across various domains, demonstrating the flexibility of decentralized personal data storage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</a:rPr>
              <a:t>While many Solid applications focus on data storage and sharing, limited attention has been given to </a:t>
            </a:r>
            <a:r>
              <a:rPr b="1" lang="id" sz="1300">
                <a:solidFill>
                  <a:schemeClr val="dk1"/>
                </a:solidFill>
              </a:rPr>
              <a:t>monitoring data access activities and policy compliance</a:t>
            </a:r>
            <a:r>
              <a:rPr lang="id" sz="1300">
                <a:solidFill>
                  <a:schemeClr val="dk1"/>
                </a:solidFill>
              </a:rPr>
              <a:t>, motivating the development of the proposed </a:t>
            </a:r>
            <a:r>
              <a:rPr b="1" lang="id" sz="1300">
                <a:solidFill>
                  <a:schemeClr val="dk1"/>
                </a:solidFill>
              </a:rPr>
              <a:t>Solid-App Monitoring System</a:t>
            </a:r>
            <a:r>
              <a:rPr lang="id" sz="1300">
                <a:solidFill>
                  <a:schemeClr val="dk1"/>
                </a:solidFill>
              </a:rPr>
              <a:t>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24042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Solid Application Monitoring</a:t>
            </a:r>
            <a:endParaRPr/>
          </a:p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5240100" y="1152475"/>
            <a:ext cx="35922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/>
              <a:t> 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166300" y="1307850"/>
            <a:ext cx="3543000" cy="3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d" sz="1500">
                <a:solidFill>
                  <a:schemeClr val="dk1"/>
                </a:solidFill>
              </a:rPr>
              <a:t>Many Solid-based applications have been developed, but users have limited visibility into how their personal data is accessed and used.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d" sz="1500">
                <a:solidFill>
                  <a:schemeClr val="dk1"/>
                </a:solidFill>
              </a:rPr>
              <a:t>Users may find it difficult to track data access activities and identify policy violations across applications.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d" sz="1500">
                <a:solidFill>
                  <a:schemeClr val="dk1"/>
                </a:solidFill>
              </a:rPr>
              <a:t>Solid Application Monitoring provides transparent monitoring, policy compliance verification, and access violation detection for personal data usage.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2" name="Google Shape;92;p17" title="Screenshot 2026-06-02 at 10.42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950" y="1682776"/>
            <a:ext cx="5161625" cy="24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Solid Application Monitoring (Evaluation)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300">
                <a:solidFill>
                  <a:schemeClr val="dk1"/>
                </a:solidFill>
              </a:rPr>
              <a:t>Evaluation Parameters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300">
                <a:solidFill>
                  <a:schemeClr val="dk1"/>
                </a:solidFill>
              </a:rPr>
              <a:t>1. User Experience Evaluation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Measures usability, clarity, ease of use, and overall user satisfaction.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Assesses users' perceptions when interacting with the Solid-based monitoring system.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chemeClr val="dk1"/>
                </a:solidFill>
              </a:rPr>
              <a:t>2. Functionality Evaluation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Measures the effectiveness and correctness of system features.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Verifies whether each function operates according to the intended requirements.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" name="Google Shape;9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300">
                <a:solidFill>
                  <a:schemeClr val="dk1"/>
                </a:solidFill>
              </a:rPr>
              <a:t>Evaluation Sections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id" sz="1300">
                <a:solidFill>
                  <a:schemeClr val="dk1"/>
                </a:solidFill>
              </a:rPr>
              <a:t>Register &amp; Authentication :</a:t>
            </a:r>
            <a:r>
              <a:rPr lang="id" sz="1300">
                <a:solidFill>
                  <a:schemeClr val="dk1"/>
                </a:solidFill>
              </a:rPr>
              <a:t>Account registration and Solid login process.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id" sz="1300">
                <a:solidFill>
                  <a:schemeClr val="dk1"/>
                </a:solidFill>
              </a:rPr>
              <a:t>Sensitive Data Settings :</a:t>
            </a:r>
            <a:r>
              <a:rPr lang="id" sz="1300">
                <a:solidFill>
                  <a:schemeClr val="dk1"/>
                </a:solidFill>
              </a:rPr>
              <a:t>Configuration and management of sensitive personal data.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id" sz="1300">
                <a:solidFill>
                  <a:schemeClr val="dk1"/>
                </a:solidFill>
              </a:rPr>
              <a:t>ODRL Policy Settings : </a:t>
            </a:r>
            <a:r>
              <a:rPr lang="id" sz="1300">
                <a:solidFill>
                  <a:schemeClr val="dk1"/>
                </a:solidFill>
              </a:rPr>
              <a:t>Creation and application of access control policies.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id" sz="1300">
                <a:solidFill>
                  <a:schemeClr val="dk1"/>
                </a:solidFill>
              </a:rPr>
              <a:t>External Application Testing : </a:t>
            </a:r>
            <a:r>
              <a:rPr lang="id" sz="1300">
                <a:solidFill>
                  <a:schemeClr val="dk1"/>
                </a:solidFill>
              </a:rPr>
              <a:t>Data access requests and policy enforcement validation.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id" sz="1300">
                <a:solidFill>
                  <a:schemeClr val="dk1"/>
                </a:solidFill>
              </a:rPr>
              <a:t>History Monitoring : </a:t>
            </a:r>
            <a:r>
              <a:rPr lang="id" sz="1300">
                <a:solidFill>
                  <a:schemeClr val="dk1"/>
                </a:solidFill>
              </a:rPr>
              <a:t>Monitoring, auditing, and violation detection of data access activities.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Section 1 : Solid Registration POD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>
                <a:solidFill>
                  <a:schemeClr val="dk1"/>
                </a:solidFill>
              </a:rPr>
              <a:t>Objective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Evaluate the registration, authentication, and Solid Pod connection process.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Assess the ease of creating and accessing a personal Solid Pod.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311700" y="29343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>
                <a:solidFill>
                  <a:schemeClr val="dk1"/>
                </a:solidFill>
              </a:rPr>
              <a:t>Evaluation Focus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Registration workflow clarity and usability.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Successful authentication and Solid Pod integration.</a:t>
            </a:r>
            <a:endParaRPr sz="1700"/>
          </a:p>
        </p:txBody>
      </p:sp>
      <p:pic>
        <p:nvPicPr>
          <p:cNvPr id="107" name="Google Shape;107;p19" title="Screenshot 2026-06-02 at 10.49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826" y="1152475"/>
            <a:ext cx="3228600" cy="216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4832400" y="3686350"/>
            <a:ext cx="3999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100">
                <a:solidFill>
                  <a:schemeClr val="dk1"/>
                </a:solidFill>
              </a:rPr>
              <a:t>Note for Participants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d" sz="1100">
                <a:solidFill>
                  <a:schemeClr val="dk1"/>
                </a:solidFill>
              </a:rPr>
              <a:t>Create a new Solid account using the provided server.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d" sz="1100">
                <a:solidFill>
                  <a:schemeClr val="dk1"/>
                </a:solidFill>
              </a:rPr>
              <a:t>Complete the registration and login process successfully.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d" sz="1100">
                <a:solidFill>
                  <a:schemeClr val="dk1"/>
                </a:solidFill>
              </a:rPr>
              <a:t>Evaluate the ease of registration and authentication.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id"/>
              <a:t>Step Details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1 : Access Monitoring Dashboard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https://solid-monitor-dashboard.vercel.app/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2 : Insert link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https://solid-monitoring-addon-project-production.up.railway.app/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3 : Click the login button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4 : Click sign up for registration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5 : completed the registration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/>
              <a:t>Solid Registration Tutorial Video : </a:t>
            </a:r>
            <a:r>
              <a:rPr lang="id" u="sng">
                <a:solidFill>
                  <a:schemeClr val="hlink"/>
                </a:solidFill>
                <a:hlinkClick r:id="rId5"/>
              </a:rPr>
              <a:t>https://drive.google.com/file/d/1N6Ymgko6Dy-etdooF-zHYBWpGdJsqqJ9/view?usp=sharing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Output UI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1" title="Screenshot 2026-06-02 at 07.14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823252" cy="18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 title="Screenshot 2026-06-02 at 07.15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6325" y="1792225"/>
            <a:ext cx="3895676" cy="2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 rot="5400000">
            <a:off x="3904050" y="2172850"/>
            <a:ext cx="486600" cy="1887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Section 2 : </a:t>
            </a:r>
            <a:r>
              <a:rPr lang="id">
                <a:solidFill>
                  <a:schemeClr val="dk2"/>
                </a:solidFill>
              </a:rPr>
              <a:t>Setting Your Data Sensitive</a:t>
            </a:r>
            <a:r>
              <a:rPr lang="id"/>
              <a:t> 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>
                <a:solidFill>
                  <a:schemeClr val="dk1"/>
                </a:solidFill>
              </a:rPr>
              <a:t>Objective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Evaluate the process of selecting and managing sensitive personal data.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Assess the ease of configuring data protection preferences.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>
                <a:solidFill>
                  <a:schemeClr val="dk1"/>
                </a:solidFill>
              </a:rPr>
              <a:t>Evaluation Focus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Clarity of sensitive data configuration options.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Successful application of user-defined data protection settings.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4311600" y="2087625"/>
            <a:ext cx="4301700" cy="19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100">
                <a:solidFill>
                  <a:schemeClr val="dk1"/>
                </a:solidFill>
              </a:rPr>
              <a:t>Note for Participants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d" sz="1100">
                <a:solidFill>
                  <a:schemeClr val="dk1"/>
                </a:solidFill>
              </a:rPr>
              <a:t>Select any personal data fields that you consider sensitive.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d" sz="1100">
                <a:solidFill>
                  <a:schemeClr val="dk1"/>
                </a:solidFill>
              </a:rPr>
              <a:t>Save the privacy settings.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d" sz="1100">
                <a:solidFill>
                  <a:schemeClr val="dk1"/>
                </a:solidFill>
              </a:rPr>
              <a:t>Evaluate whether the configuration process is easy to understand.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2" title="sen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3226" y="-3"/>
            <a:ext cx="1740775" cy="17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Details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1 -&gt; after login dashboard, move to privacy setting button (green)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2 -&gt; the modal form show the several data to mark sensitive or not (up to you to mark any data in this form)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3 -&gt; if you are done to mark, click save button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Tutorial Video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https://drive.google.com/file/d/1JRz6h6Gm5MuAc14N3oGnMHahCV8qjRw4/view?usp=drive_link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Output UI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4" title="Screenshot 2026-06-02 at 07.51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400" y="1248350"/>
            <a:ext cx="3921901" cy="36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 title="Screenshot 2026-06-02 at 07.51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50" y="1152476"/>
            <a:ext cx="4633426" cy="215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/>
          <p:nvPr/>
        </p:nvSpPr>
        <p:spPr>
          <a:xfrm>
            <a:off x="4053750" y="1456350"/>
            <a:ext cx="727200" cy="299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Section 3 : </a:t>
            </a:r>
            <a:r>
              <a:rPr lang="id">
                <a:solidFill>
                  <a:schemeClr val="dk2"/>
                </a:solidFill>
              </a:rPr>
              <a:t>Setting Your Policy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>
                <a:solidFill>
                  <a:schemeClr val="dk1"/>
                </a:solidFill>
              </a:rPr>
              <a:t>Objective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Evaluate the process of creating and configuring ODRL-based access policies.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Assess the ease of defining rules and restrictions for personal data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>
                <a:solidFill>
                  <a:schemeClr val="dk1"/>
                </a:solidFill>
              </a:rPr>
              <a:t>Evaluation Focus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Clarity and usability of policy configuration.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Successful application of user-defined access control policies.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3" name="Google Shape;153;p25"/>
          <p:cNvSpPr txBox="1"/>
          <p:nvPr>
            <p:ph idx="2" type="body"/>
          </p:nvPr>
        </p:nvSpPr>
        <p:spPr>
          <a:xfrm>
            <a:off x="4767150" y="2011525"/>
            <a:ext cx="39999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id" sz="1218">
                <a:solidFill>
                  <a:schemeClr val="dk1"/>
                </a:solidFill>
              </a:rPr>
              <a:t>Note for Participants</a:t>
            </a:r>
            <a:endParaRPr b="1"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id" sz="1218">
                <a:solidFill>
                  <a:schemeClr val="dk1"/>
                </a:solidFill>
              </a:rPr>
              <a:t>Create at least one ODRL policy.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id" sz="1218">
                <a:solidFill>
                  <a:schemeClr val="dk1"/>
                </a:solidFill>
              </a:rPr>
              <a:t>Apply a constraint (access limit, time window, or location).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id" sz="1218">
                <a:solidFill>
                  <a:schemeClr val="dk1"/>
                </a:solidFill>
              </a:rPr>
              <a:t>Evaluate the clarity of policy configuration.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49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Details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1 -&gt; go to button policy setting (blue button)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2 -&gt; after modal form show, klik add policy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3 -&gt; setting policy example you can choice “email” for policy setting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4 -&gt; fill the form description until </a:t>
            </a:r>
            <a:r>
              <a:rPr lang="id"/>
              <a:t>constraint</a:t>
            </a:r>
            <a:r>
              <a:rPr lang="id"/>
              <a:t>, in </a:t>
            </a:r>
            <a:r>
              <a:rPr lang="id"/>
              <a:t>constraint</a:t>
            </a:r>
            <a:r>
              <a:rPr lang="id"/>
              <a:t> you can choice access, </a:t>
            </a:r>
            <a:r>
              <a:rPr lang="id"/>
              <a:t>location</a:t>
            </a:r>
            <a:r>
              <a:rPr lang="id"/>
              <a:t> or time windows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5 -&gt; save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Tutorial Video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https://drive.google.com/file/d/1WUI4blvpx2vfXl3ud3dvxgzFHV6ZIRhb/view?usp=drive_link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Output UI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7" title="Screenshot 2026-06-02 at 07.51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152472"/>
            <a:ext cx="5763927" cy="267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/>
          <p:nvPr/>
        </p:nvSpPr>
        <p:spPr>
          <a:xfrm>
            <a:off x="4321075" y="1520500"/>
            <a:ext cx="769800" cy="38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7" title="Screenshot 2026-06-02 at 08.44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3175" y="1306625"/>
            <a:ext cx="3286675" cy="273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Section 4 : </a:t>
            </a:r>
            <a:r>
              <a:rPr lang="id">
                <a:solidFill>
                  <a:schemeClr val="dk2"/>
                </a:solidFill>
              </a:rPr>
              <a:t>Access Outside Apps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</a:rPr>
              <a:t>Objective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Evaluate how external applications request and access data from the user's Solid Pod.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Assess the effectiveness of policy enforcement during data access requests.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</a:rPr>
              <a:t>Evaluation Focus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Successful authorization or denial of data access requests.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Compliance of external applications with user-defined access policies.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</a:rPr>
              <a:t>Note for Participants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Login to the external application.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Share only dummy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Observe whether the system allows or denies access according to the policy.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Details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Step 1 -&gt; Go to apps link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https://student-app-5afw.vercel.app/sign-in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2 -&gt; login with solid server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https://solid-monitoring-addon-project-production.up.railway.app/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3 -&gt; login to apps and setting the data you want share to apps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4 -&gt; insert your data (dummy data only not real)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Step 5 -&gt; save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Tutorial Video : </a:t>
            </a:r>
            <a:r>
              <a:rPr lang="id" u="sng">
                <a:solidFill>
                  <a:schemeClr val="hlink"/>
                </a:solidFill>
                <a:hlinkClick r:id="rId5"/>
              </a:rPr>
              <a:t>https://drive.google.com/file/d/1n5SeWZjFZ4aGHSdEi7R8p6_WDnf6NqOO/view?usp=drive_link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Section 5 : </a:t>
            </a:r>
            <a:r>
              <a:rPr lang="id">
                <a:solidFill>
                  <a:schemeClr val="dk2"/>
                </a:solidFill>
              </a:rPr>
              <a:t>Historical Monitoring Dashboard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</a:rPr>
              <a:t>Objective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Evaluate the ability of the dashboard to provide transparent access history records.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Assess the effectiveness of monitoring data usage activities.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</a:rPr>
              <a:t>Evaluation Focus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Visibility of data access logs and audit trails.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Detection and reporting of policy violations and access events.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</a:rPr>
              <a:t>Note for Participants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Review the dashboard logs.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Check whether access events and violations are displayed correctly.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 sz="1400">
                <a:solidFill>
                  <a:schemeClr val="dk1"/>
                </a:solidFill>
              </a:rPr>
              <a:t>Evaluate the usefulness of monitoring information.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257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Output UI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1" title="Screenshot 2026-06-02 at 08.18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676" y="944564"/>
            <a:ext cx="7121976" cy="383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Section 6 : Fill the evaluation form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1017725"/>
            <a:ext cx="39999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>
                <a:solidFill>
                  <a:schemeClr val="dk1"/>
                </a:solidFill>
              </a:rPr>
              <a:t>Objective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Gather user feedback on the overall system experience.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Evaluate user perceptions of system functionality.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>
                <a:solidFill>
                  <a:schemeClr val="dk1"/>
                </a:solidFill>
              </a:rPr>
              <a:t>Note for Participants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Complete both questionnaires after finishing all testing tasks.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Answer based on your actual experience.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d">
                <a:solidFill>
                  <a:schemeClr val="dk1"/>
                </a:solidFill>
              </a:rPr>
              <a:t>All responses will be used for research purposes only.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>
            <p:ph idx="2" type="body"/>
          </p:nvPr>
        </p:nvSpPr>
        <p:spPr>
          <a:xfrm>
            <a:off x="4962875" y="1076350"/>
            <a:ext cx="3999900" cy="31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300">
                <a:solidFill>
                  <a:schemeClr val="dk1"/>
                </a:solidFill>
              </a:rPr>
              <a:t>User Experience Evaluation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Assesses users' perceptions of usability, clarity, ease of use, and overall satisfaction.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Conducted using a questionnaire with a 5-point Likert scale after completing all testing scenarios.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d" sz="1300">
                <a:solidFill>
                  <a:schemeClr val="dk1"/>
                </a:solidFill>
              </a:rPr>
              <a:t>Functionality Evaluation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Assesses whether system features operate according to their intended requirements.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d" sz="1300">
                <a:solidFill>
                  <a:schemeClr val="dk1"/>
                </a:solidFill>
              </a:rPr>
              <a:t>Conducted by evaluating each functional scenario across the six testing sections.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1" name="Google Shape;201;p32"/>
          <p:cNvSpPr/>
          <p:nvPr/>
        </p:nvSpPr>
        <p:spPr>
          <a:xfrm>
            <a:off x="126000" y="4025550"/>
            <a:ext cx="4632600" cy="102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/>
        </p:nvSpPr>
        <p:spPr>
          <a:xfrm>
            <a:off x="200700" y="4088575"/>
            <a:ext cx="4371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2"/>
                </a:solidFill>
              </a:rPr>
              <a:t>Link Evaluation Form :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d" sz="1200">
                <a:solidFill>
                  <a:schemeClr val="dk2"/>
                </a:solidFill>
              </a:rPr>
              <a:t>User Experience Evaluation : </a:t>
            </a:r>
            <a:r>
              <a:rPr lang="id" sz="1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https://shorturl.at/XqYJV</a:t>
            </a:r>
            <a:r>
              <a:rPr lang="id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d" sz="1200">
                <a:solidFill>
                  <a:schemeClr val="dk2"/>
                </a:solidFill>
              </a:rPr>
              <a:t>Functionality Evaluation : </a:t>
            </a:r>
            <a:r>
              <a:rPr lang="id" sz="12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https://shorturl.at/fRg72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